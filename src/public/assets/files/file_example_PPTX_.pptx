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6"/>
  </p:notesMasterIdLst>
  <p:sldIdLst>
    <p:sldId id="256" r:id="rId3"/>
    <p:sldId id="257" r:id="rId4"/>
    <p:sldId id="258" r:id="rId5"/>
  </p:sldIdLst>
  <p:sldSz cx="10080625" cy="7559675"/>
  <p:notesSz cx="7559675" cy="10691813"/>
  <p:defaultTextStyle>
    <a:defPPr>
      <a:defRPr lang="en-GB"/>
    </a:defPPr>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5pPr>
    <a:lvl6pPr marL="2286000" algn="l" defTabSz="914400" rtl="0" eaLnBrk="1" latinLnBrk="0" hangingPunct="1">
      <a:defRPr kern="1200">
        <a:solidFill>
          <a:schemeClr val="tx1"/>
        </a:solidFill>
        <a:latin typeface="Arial" panose="020B0604020202020204" pitchFamily="34" charset="0"/>
        <a:ea typeface="+mn-ea"/>
        <a:cs typeface="Droid Sans Fallback" charset="0"/>
      </a:defRPr>
    </a:lvl6pPr>
    <a:lvl7pPr marL="2743200" algn="l" defTabSz="914400" rtl="0" eaLnBrk="1" latinLnBrk="0" hangingPunct="1">
      <a:defRPr kern="1200">
        <a:solidFill>
          <a:schemeClr val="tx1"/>
        </a:solidFill>
        <a:latin typeface="Arial" panose="020B0604020202020204" pitchFamily="34" charset="0"/>
        <a:ea typeface="+mn-ea"/>
        <a:cs typeface="Droid Sans Fallback" charset="0"/>
      </a:defRPr>
    </a:lvl7pPr>
    <a:lvl8pPr marL="3200400" algn="l" defTabSz="914400" rtl="0" eaLnBrk="1" latinLnBrk="0" hangingPunct="1">
      <a:defRPr kern="1200">
        <a:solidFill>
          <a:schemeClr val="tx1"/>
        </a:solidFill>
        <a:latin typeface="Arial" panose="020B0604020202020204" pitchFamily="34" charset="0"/>
        <a:ea typeface="+mn-ea"/>
        <a:cs typeface="Droid Sans Fallback" charset="0"/>
      </a:defRPr>
    </a:lvl8pPr>
    <a:lvl9pPr marL="3657600" algn="l" defTabSz="914400" rtl="0" eaLnBrk="1" latinLnBrk="0" hangingPunct="1">
      <a:defRPr kern="1200">
        <a:solidFill>
          <a:schemeClr val="tx1"/>
        </a:solidFill>
        <a:latin typeface="Arial" panose="020B0604020202020204" pitchFamily="34" charset="0"/>
        <a:ea typeface="+mn-ea"/>
        <a:cs typeface="Droid Sans Fallback"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85" d="100"/>
          <a:sy n="85" d="100"/>
        </p:scale>
        <p:origin x="-780" y="-84"/>
      </p:cViewPr>
      <p:guideLst>
        <p:guide orient="horz" pos="2160"/>
        <p:guide pos="2880"/>
      </p:guideLst>
    </p:cSldViewPr>
  </p:slideViewPr>
  <p:outlineViewPr>
    <p:cViewPr varScale="1">
      <p:scale>
        <a:sx n="170" d="200"/>
        <a:sy n="170" d="200"/>
      </p:scale>
      <p:origin x="-780" y="-84"/>
    </p:cViewPr>
  </p:outline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p:cNvSpPr>
            <a:spLocks noGrp="1" noChangeArrowheads="1"/>
          </p:cNvSpPr>
          <p:nvPr>
            <p:ph type="sldImg"/>
          </p:nvPr>
        </p:nvSpPr>
        <p:spPr bwMode="auto">
          <a:xfrm>
            <a:off x="1484313" y="900113"/>
            <a:ext cx="4587875" cy="344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4" name="Rectangle 2"/>
          <p:cNvSpPr>
            <a:spLocks noGrp="1" noChangeArrowheads="1"/>
          </p:cNvSpPr>
          <p:nvPr>
            <p:ph type="body"/>
          </p:nvPr>
        </p:nvSpPr>
        <p:spPr bwMode="auto">
          <a:xfrm>
            <a:off x="720725" y="4679950"/>
            <a:ext cx="6118225" cy="503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smtClean="0"/>
          </a:p>
        </p:txBody>
      </p:sp>
      <p:sp>
        <p:nvSpPr>
          <p:cNvPr id="3075" name="Rectangle 3"/>
          <p:cNvSpPr>
            <a:spLocks noGrp="1" noChangeArrowheads="1"/>
          </p:cNvSpPr>
          <p:nvPr>
            <p:ph type="hdr"/>
          </p:nvPr>
        </p:nvSpPr>
        <p:spPr bwMode="auto">
          <a:xfrm>
            <a:off x="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6" name="Rectangle 4"/>
          <p:cNvSpPr>
            <a:spLocks noGrp="1" noChangeArrowheads="1"/>
          </p:cNvSpPr>
          <p:nvPr>
            <p:ph type="dt"/>
          </p:nvPr>
        </p:nvSpPr>
        <p:spPr bwMode="auto">
          <a:xfrm>
            <a:off x="427990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7" name="Rectangle 5"/>
          <p:cNvSpPr>
            <a:spLocks noGrp="1" noChangeArrowheads="1"/>
          </p:cNvSpPr>
          <p:nvPr>
            <p:ph type="ftr"/>
          </p:nvPr>
        </p:nvSpPr>
        <p:spPr bwMode="auto">
          <a:xfrm>
            <a:off x="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8" name="Rectangle 6"/>
          <p:cNvSpPr>
            <a:spLocks noGrp="1" noChangeArrowheads="1"/>
          </p:cNvSpPr>
          <p:nvPr>
            <p:ph type="sldNum"/>
          </p:nvPr>
        </p:nvSpPr>
        <p:spPr bwMode="auto">
          <a:xfrm>
            <a:off x="427990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fld id="{E1CC5573-7862-4B19-8DF0-F9C3A2316CC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010D5DF8-2B2A-4B54-BCAC-FA7C4CF87020}" type="slidenum">
              <a:rPr lang="en-US" altLang="en-US"/>
              <a:pPr/>
              <a:t>1</a:t>
            </a:fld>
            <a:endParaRPr lang="en-US" altLang="en-US"/>
          </a:p>
        </p:txBody>
      </p:sp>
      <p:sp>
        <p:nvSpPr>
          <p:cNvPr id="7169" name="Rectangle 1"/>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0" name="Rectangle 2"/>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60BD0CAF-87F5-4B94-97F4-BA4FF0D06923}" type="slidenum">
              <a:rPr lang="en-US" altLang="en-US"/>
              <a:pPr/>
              <a:t>2</a:t>
            </a:fld>
            <a:endParaRPr lang="en-US" altLang="en-US"/>
          </a:p>
        </p:txBody>
      </p:sp>
      <p:sp>
        <p:nvSpPr>
          <p:cNvPr id="8193" name="Rectangle 1"/>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4" name="Rectangle 2"/>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C6564D3F-62E2-4589-A028-BFA3C1984295}" type="slidenum">
              <a:rPr lang="en-US" altLang="en-US"/>
              <a:pPr/>
              <a:t>3</a:t>
            </a:fld>
            <a:endParaRPr lang="en-US" altLang="en-US"/>
          </a:p>
        </p:txBody>
      </p:sp>
      <p:sp>
        <p:nvSpPr>
          <p:cNvPr id="9217" name="Rectangle 1"/>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8" name="Rectangle 2"/>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A4A46BBE-2108-49B8-84AE-890EFF297F0F}" type="slidenum">
              <a:rPr lang="en-US" altLang="en-US"/>
              <a:pPr/>
              <a:t>‹#›</a:t>
            </a:fld>
            <a:endParaRPr lang="en-US" altLang="en-US"/>
          </a:p>
        </p:txBody>
      </p:sp>
    </p:spTree>
    <p:extLst>
      <p:ext uri="{BB962C8B-B14F-4D97-AF65-F5344CB8AC3E}">
        <p14:creationId xmlns:p14="http://schemas.microsoft.com/office/powerpoint/2010/main" val="2130922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472AD4BC-76AF-44EA-8BF0-1302B2975D88}" type="slidenum">
              <a:rPr lang="en-US" altLang="en-US"/>
              <a:pPr/>
              <a:t>‹#›</a:t>
            </a:fld>
            <a:endParaRPr lang="en-US" altLang="en-US"/>
          </a:p>
        </p:txBody>
      </p:sp>
    </p:spTree>
    <p:extLst>
      <p:ext uri="{BB962C8B-B14F-4D97-AF65-F5344CB8AC3E}">
        <p14:creationId xmlns:p14="http://schemas.microsoft.com/office/powerpoint/2010/main" val="20522113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04508439-FA7C-4312-8E08-AC0A32EECE78}" type="slidenum">
              <a:rPr lang="en-US" altLang="en-US"/>
              <a:pPr/>
              <a:t>‹#›</a:t>
            </a:fld>
            <a:endParaRPr lang="en-US" altLang="en-US"/>
          </a:p>
        </p:txBody>
      </p:sp>
    </p:spTree>
    <p:extLst>
      <p:ext uri="{BB962C8B-B14F-4D97-AF65-F5344CB8AC3E}">
        <p14:creationId xmlns:p14="http://schemas.microsoft.com/office/powerpoint/2010/main" val="38455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3238" y="1768475"/>
            <a:ext cx="4457700" cy="43830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13338" y="1768475"/>
            <a:ext cx="4459287" cy="43830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idx="10"/>
          </p:nvPr>
        </p:nvSpPr>
        <p:spPr/>
        <p:txBody>
          <a:bodyPr/>
          <a:lstStyle>
            <a:lvl1pPr>
              <a:defRPr/>
            </a:lvl1pPr>
          </a:lstStyle>
          <a:p>
            <a:endParaRPr lang="en-US" altLang="en-US"/>
          </a:p>
        </p:txBody>
      </p:sp>
      <p:sp>
        <p:nvSpPr>
          <p:cNvPr id="6" name="Footer Placeholder 5"/>
          <p:cNvSpPr>
            <a:spLocks noGrp="1"/>
          </p:cNvSpPr>
          <p:nvPr>
            <p:ph type="ftr" idx="11"/>
          </p:nvPr>
        </p:nvSpPr>
        <p:spPr/>
        <p:txBody>
          <a:bodyPr/>
          <a:lstStyle>
            <a:lvl1pPr>
              <a:defRPr/>
            </a:lvl1pPr>
          </a:lstStyle>
          <a:p>
            <a:endParaRPr lang="en-US" altLang="en-US"/>
          </a:p>
        </p:txBody>
      </p:sp>
      <p:sp>
        <p:nvSpPr>
          <p:cNvPr id="7" name="Slide Number Placeholder 6"/>
          <p:cNvSpPr>
            <a:spLocks noGrp="1"/>
          </p:cNvSpPr>
          <p:nvPr>
            <p:ph type="sldNum" idx="12"/>
          </p:nvPr>
        </p:nvSpPr>
        <p:spPr/>
        <p:txBody>
          <a:bodyPr/>
          <a:lstStyle>
            <a:lvl1pPr>
              <a:defRPr/>
            </a:lvl1pPr>
          </a:lstStyle>
          <a:p>
            <a:fld id="{4CD13C1E-BE9B-467A-B98C-C241EB781816}" type="slidenum">
              <a:rPr lang="en-US" altLang="en-US"/>
              <a:pPr/>
              <a:t>‹#›</a:t>
            </a:fld>
            <a:endParaRPr lang="en-US" altLang="en-US"/>
          </a:p>
        </p:txBody>
      </p:sp>
    </p:spTree>
    <p:extLst>
      <p:ext uri="{BB962C8B-B14F-4D97-AF65-F5344CB8AC3E}">
        <p14:creationId xmlns:p14="http://schemas.microsoft.com/office/powerpoint/2010/main" val="2658437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93738" y="2760663"/>
            <a:ext cx="4265612" cy="40624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103813" y="2760663"/>
            <a:ext cx="4284662" cy="40624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idx="10"/>
          </p:nvPr>
        </p:nvSpPr>
        <p:spPr/>
        <p:txBody>
          <a:bodyPr/>
          <a:lstStyle>
            <a:lvl1pPr>
              <a:defRPr/>
            </a:lvl1pPr>
          </a:lstStyle>
          <a:p>
            <a:endParaRPr lang="en-US" altLang="en-US"/>
          </a:p>
        </p:txBody>
      </p:sp>
      <p:sp>
        <p:nvSpPr>
          <p:cNvPr id="8" name="Footer Placeholder 7"/>
          <p:cNvSpPr>
            <a:spLocks noGrp="1"/>
          </p:cNvSpPr>
          <p:nvPr>
            <p:ph type="ftr" idx="11"/>
          </p:nvPr>
        </p:nvSpPr>
        <p:spPr/>
        <p:txBody>
          <a:bodyPr/>
          <a:lstStyle>
            <a:lvl1pPr>
              <a:defRPr/>
            </a:lvl1pPr>
          </a:lstStyle>
          <a:p>
            <a:endParaRPr lang="en-US" altLang="en-US"/>
          </a:p>
        </p:txBody>
      </p:sp>
      <p:sp>
        <p:nvSpPr>
          <p:cNvPr id="9" name="Slide Number Placeholder 8"/>
          <p:cNvSpPr>
            <a:spLocks noGrp="1"/>
          </p:cNvSpPr>
          <p:nvPr>
            <p:ph type="sldNum" idx="12"/>
          </p:nvPr>
        </p:nvSpPr>
        <p:spPr/>
        <p:txBody>
          <a:bodyPr/>
          <a:lstStyle>
            <a:lvl1pPr>
              <a:defRPr/>
            </a:lvl1pPr>
          </a:lstStyle>
          <a:p>
            <a:fld id="{02D7F61A-E61F-45A6-AB88-CAF720BBFF5E}" type="slidenum">
              <a:rPr lang="en-US" altLang="en-US"/>
              <a:pPr/>
              <a:t>‹#›</a:t>
            </a:fld>
            <a:endParaRPr lang="en-US" altLang="en-US"/>
          </a:p>
        </p:txBody>
      </p:sp>
    </p:spTree>
    <p:extLst>
      <p:ext uri="{BB962C8B-B14F-4D97-AF65-F5344CB8AC3E}">
        <p14:creationId xmlns:p14="http://schemas.microsoft.com/office/powerpoint/2010/main" val="2117092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idx="10"/>
          </p:nvPr>
        </p:nvSpPr>
        <p:spPr/>
        <p:txBody>
          <a:bodyPr/>
          <a:lstStyle>
            <a:lvl1pPr>
              <a:defRPr/>
            </a:lvl1pPr>
          </a:lstStyle>
          <a:p>
            <a:endParaRPr lang="en-US" altLang="en-US"/>
          </a:p>
        </p:txBody>
      </p:sp>
      <p:sp>
        <p:nvSpPr>
          <p:cNvPr id="4" name="Footer Placeholder 3"/>
          <p:cNvSpPr>
            <a:spLocks noGrp="1"/>
          </p:cNvSpPr>
          <p:nvPr>
            <p:ph type="ftr" idx="11"/>
          </p:nvPr>
        </p:nvSpPr>
        <p:spPr/>
        <p:txBody>
          <a:bodyPr/>
          <a:lstStyle>
            <a:lvl1pPr>
              <a:defRPr/>
            </a:lvl1pPr>
          </a:lstStyle>
          <a:p>
            <a:endParaRPr lang="en-US" altLang="en-US"/>
          </a:p>
        </p:txBody>
      </p:sp>
      <p:sp>
        <p:nvSpPr>
          <p:cNvPr id="5" name="Slide Number Placeholder 4"/>
          <p:cNvSpPr>
            <a:spLocks noGrp="1"/>
          </p:cNvSpPr>
          <p:nvPr>
            <p:ph type="sldNum" idx="12"/>
          </p:nvPr>
        </p:nvSpPr>
        <p:spPr/>
        <p:txBody>
          <a:bodyPr/>
          <a:lstStyle>
            <a:lvl1pPr>
              <a:defRPr/>
            </a:lvl1pPr>
          </a:lstStyle>
          <a:p>
            <a:fld id="{BE1743D9-1017-40BF-BA27-2DF297FD8AC9}" type="slidenum">
              <a:rPr lang="en-US" altLang="en-US"/>
              <a:pPr/>
              <a:t>‹#›</a:t>
            </a:fld>
            <a:endParaRPr lang="en-US" altLang="en-US"/>
          </a:p>
        </p:txBody>
      </p:sp>
    </p:spTree>
    <p:extLst>
      <p:ext uri="{BB962C8B-B14F-4D97-AF65-F5344CB8AC3E}">
        <p14:creationId xmlns:p14="http://schemas.microsoft.com/office/powerpoint/2010/main" val="746648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endParaRPr lang="en-US" altLang="en-US"/>
          </a:p>
        </p:txBody>
      </p:sp>
      <p:sp>
        <p:nvSpPr>
          <p:cNvPr id="3" name="Footer Placeholder 2"/>
          <p:cNvSpPr>
            <a:spLocks noGrp="1"/>
          </p:cNvSpPr>
          <p:nvPr>
            <p:ph type="ftr" idx="11"/>
          </p:nvPr>
        </p:nvSpPr>
        <p:spPr/>
        <p:txBody>
          <a:bodyPr/>
          <a:lstStyle>
            <a:lvl1pPr>
              <a:defRPr/>
            </a:lvl1pPr>
          </a:lstStyle>
          <a:p>
            <a:endParaRPr lang="en-US" altLang="en-US"/>
          </a:p>
        </p:txBody>
      </p:sp>
      <p:sp>
        <p:nvSpPr>
          <p:cNvPr id="4" name="Slide Number Placeholder 3"/>
          <p:cNvSpPr>
            <a:spLocks noGrp="1"/>
          </p:cNvSpPr>
          <p:nvPr>
            <p:ph type="sldNum" idx="12"/>
          </p:nvPr>
        </p:nvSpPr>
        <p:spPr/>
        <p:txBody>
          <a:bodyPr/>
          <a:lstStyle>
            <a:lvl1pPr>
              <a:defRPr/>
            </a:lvl1pPr>
          </a:lstStyle>
          <a:p>
            <a:fld id="{4E709DAB-7A96-4D1B-9549-69FC18909DAE}" type="slidenum">
              <a:rPr lang="en-US" altLang="en-US"/>
              <a:pPr/>
              <a:t>‹#›</a:t>
            </a:fld>
            <a:endParaRPr lang="en-US" altLang="en-US"/>
          </a:p>
        </p:txBody>
      </p:sp>
    </p:spTree>
    <p:extLst>
      <p:ext uri="{BB962C8B-B14F-4D97-AF65-F5344CB8AC3E}">
        <p14:creationId xmlns:p14="http://schemas.microsoft.com/office/powerpoint/2010/main" val="1520603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idx="10"/>
          </p:nvPr>
        </p:nvSpPr>
        <p:spPr/>
        <p:txBody>
          <a:bodyPr/>
          <a:lstStyle>
            <a:lvl1pPr>
              <a:defRPr/>
            </a:lvl1pPr>
          </a:lstStyle>
          <a:p>
            <a:endParaRPr lang="en-US" altLang="en-US"/>
          </a:p>
        </p:txBody>
      </p:sp>
      <p:sp>
        <p:nvSpPr>
          <p:cNvPr id="6" name="Footer Placeholder 5"/>
          <p:cNvSpPr>
            <a:spLocks noGrp="1"/>
          </p:cNvSpPr>
          <p:nvPr>
            <p:ph type="ftr" idx="11"/>
          </p:nvPr>
        </p:nvSpPr>
        <p:spPr/>
        <p:txBody>
          <a:bodyPr/>
          <a:lstStyle>
            <a:lvl1pPr>
              <a:defRPr/>
            </a:lvl1pPr>
          </a:lstStyle>
          <a:p>
            <a:endParaRPr lang="en-US" altLang="en-US"/>
          </a:p>
        </p:txBody>
      </p:sp>
      <p:sp>
        <p:nvSpPr>
          <p:cNvPr id="7" name="Slide Number Placeholder 6"/>
          <p:cNvSpPr>
            <a:spLocks noGrp="1"/>
          </p:cNvSpPr>
          <p:nvPr>
            <p:ph type="sldNum" idx="12"/>
          </p:nvPr>
        </p:nvSpPr>
        <p:spPr/>
        <p:txBody>
          <a:bodyPr/>
          <a:lstStyle>
            <a:lvl1pPr>
              <a:defRPr/>
            </a:lvl1pPr>
          </a:lstStyle>
          <a:p>
            <a:fld id="{0D402D17-6C00-44CA-8B0A-1B081D0BC411}" type="slidenum">
              <a:rPr lang="en-US" altLang="en-US"/>
              <a:pPr/>
              <a:t>‹#›</a:t>
            </a:fld>
            <a:endParaRPr lang="en-US" altLang="en-US"/>
          </a:p>
        </p:txBody>
      </p:sp>
    </p:spTree>
    <p:extLst>
      <p:ext uri="{BB962C8B-B14F-4D97-AF65-F5344CB8AC3E}">
        <p14:creationId xmlns:p14="http://schemas.microsoft.com/office/powerpoint/2010/main" val="800035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idx="10"/>
          </p:nvPr>
        </p:nvSpPr>
        <p:spPr/>
        <p:txBody>
          <a:bodyPr/>
          <a:lstStyle>
            <a:lvl1pPr>
              <a:defRPr/>
            </a:lvl1pPr>
          </a:lstStyle>
          <a:p>
            <a:endParaRPr lang="en-US" altLang="en-US"/>
          </a:p>
        </p:txBody>
      </p:sp>
      <p:sp>
        <p:nvSpPr>
          <p:cNvPr id="6" name="Footer Placeholder 5"/>
          <p:cNvSpPr>
            <a:spLocks noGrp="1"/>
          </p:cNvSpPr>
          <p:nvPr>
            <p:ph type="ftr" idx="11"/>
          </p:nvPr>
        </p:nvSpPr>
        <p:spPr/>
        <p:txBody>
          <a:bodyPr/>
          <a:lstStyle>
            <a:lvl1pPr>
              <a:defRPr/>
            </a:lvl1pPr>
          </a:lstStyle>
          <a:p>
            <a:endParaRPr lang="en-US" altLang="en-US"/>
          </a:p>
        </p:txBody>
      </p:sp>
      <p:sp>
        <p:nvSpPr>
          <p:cNvPr id="7" name="Slide Number Placeholder 6"/>
          <p:cNvSpPr>
            <a:spLocks noGrp="1"/>
          </p:cNvSpPr>
          <p:nvPr>
            <p:ph type="sldNum" idx="12"/>
          </p:nvPr>
        </p:nvSpPr>
        <p:spPr/>
        <p:txBody>
          <a:bodyPr/>
          <a:lstStyle>
            <a:lvl1pPr>
              <a:defRPr/>
            </a:lvl1pPr>
          </a:lstStyle>
          <a:p>
            <a:fld id="{B74D27E4-FA6F-40FB-89E5-69C827445F5C}" type="slidenum">
              <a:rPr lang="en-US" altLang="en-US"/>
              <a:pPr/>
              <a:t>‹#›</a:t>
            </a:fld>
            <a:endParaRPr lang="en-US" altLang="en-US"/>
          </a:p>
        </p:txBody>
      </p:sp>
    </p:spTree>
    <p:extLst>
      <p:ext uri="{BB962C8B-B14F-4D97-AF65-F5344CB8AC3E}">
        <p14:creationId xmlns:p14="http://schemas.microsoft.com/office/powerpoint/2010/main" val="2531639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0016CC54-E61C-46A9-9277-35EF400B795C}" type="slidenum">
              <a:rPr lang="en-US" altLang="en-US"/>
              <a:pPr/>
              <a:t>‹#›</a:t>
            </a:fld>
            <a:endParaRPr lang="en-US" altLang="en-US"/>
          </a:p>
        </p:txBody>
      </p:sp>
    </p:spTree>
    <p:extLst>
      <p:ext uri="{BB962C8B-B14F-4D97-AF65-F5344CB8AC3E}">
        <p14:creationId xmlns:p14="http://schemas.microsoft.com/office/powerpoint/2010/main" val="1517682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5675" y="301625"/>
            <a:ext cx="2266950" cy="58499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3238" y="301625"/>
            <a:ext cx="6650037" cy="58499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A4DC9043-B814-468C-8764-68D756C0B907}" type="slidenum">
              <a:rPr lang="en-US" altLang="en-US"/>
              <a:pPr/>
              <a:t>‹#›</a:t>
            </a:fld>
            <a:endParaRPr lang="en-US" altLang="en-US"/>
          </a:p>
        </p:txBody>
      </p:sp>
    </p:spTree>
    <p:extLst>
      <p:ext uri="{BB962C8B-B14F-4D97-AF65-F5344CB8AC3E}">
        <p14:creationId xmlns:p14="http://schemas.microsoft.com/office/powerpoint/2010/main" val="868992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1327F80B-407F-401B-968A-FAA28EDC4B89}" type="slidenum">
              <a:rPr lang="en-US" altLang="en-US"/>
              <a:pPr/>
              <a:t>‹#›</a:t>
            </a:fld>
            <a:endParaRPr lang="en-US" altLang="en-US"/>
          </a:p>
        </p:txBody>
      </p:sp>
    </p:spTree>
    <p:extLst>
      <p:ext uri="{BB962C8B-B14F-4D97-AF65-F5344CB8AC3E}">
        <p14:creationId xmlns:p14="http://schemas.microsoft.com/office/powerpoint/2010/main" val="99806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5331EACB-E219-4F88-BA78-5E030CF91C41}" type="slidenum">
              <a:rPr lang="en-US" altLang="en-US"/>
              <a:pPr/>
              <a:t>‹#›</a:t>
            </a:fld>
            <a:endParaRPr lang="en-US" altLang="en-US"/>
          </a:p>
        </p:txBody>
      </p:sp>
    </p:spTree>
    <p:extLst>
      <p:ext uri="{BB962C8B-B14F-4D97-AF65-F5344CB8AC3E}">
        <p14:creationId xmlns:p14="http://schemas.microsoft.com/office/powerpoint/2010/main" val="3917096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Edit Master text styles</a:t>
            </a:r>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BB02365E-B767-4B94-A3A5-9F43E2EEA65A}" type="slidenum">
              <a:rPr lang="en-US" altLang="en-US"/>
              <a:pPr/>
              <a:t>‹#›</a:t>
            </a:fld>
            <a:endParaRPr lang="en-US" altLang="en-US"/>
          </a:p>
        </p:txBody>
      </p:sp>
    </p:spTree>
    <p:extLst>
      <p:ext uri="{BB962C8B-B14F-4D97-AF65-F5344CB8AC3E}">
        <p14:creationId xmlns:p14="http://schemas.microsoft.com/office/powerpoint/2010/main" val="667687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3238" y="1800225"/>
            <a:ext cx="4459287" cy="43830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114925" y="1800225"/>
            <a:ext cx="4459288" cy="43830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idx="10"/>
          </p:nvPr>
        </p:nvSpPr>
        <p:spPr/>
        <p:txBody>
          <a:bodyPr/>
          <a:lstStyle>
            <a:lvl1pPr>
              <a:defRPr/>
            </a:lvl1pPr>
          </a:lstStyle>
          <a:p>
            <a:endParaRPr lang="en-US" altLang="en-US"/>
          </a:p>
        </p:txBody>
      </p:sp>
      <p:sp>
        <p:nvSpPr>
          <p:cNvPr id="6" name="Footer Placeholder 5"/>
          <p:cNvSpPr>
            <a:spLocks noGrp="1"/>
          </p:cNvSpPr>
          <p:nvPr>
            <p:ph type="ftr" idx="11"/>
          </p:nvPr>
        </p:nvSpPr>
        <p:spPr/>
        <p:txBody>
          <a:bodyPr/>
          <a:lstStyle>
            <a:lvl1pPr>
              <a:defRPr/>
            </a:lvl1pPr>
          </a:lstStyle>
          <a:p>
            <a:endParaRPr lang="en-US" altLang="en-US"/>
          </a:p>
        </p:txBody>
      </p:sp>
      <p:sp>
        <p:nvSpPr>
          <p:cNvPr id="7" name="Slide Number Placeholder 6"/>
          <p:cNvSpPr>
            <a:spLocks noGrp="1"/>
          </p:cNvSpPr>
          <p:nvPr>
            <p:ph type="sldNum" idx="12"/>
          </p:nvPr>
        </p:nvSpPr>
        <p:spPr/>
        <p:txBody>
          <a:bodyPr/>
          <a:lstStyle>
            <a:lvl1pPr>
              <a:defRPr/>
            </a:lvl1pPr>
          </a:lstStyle>
          <a:p>
            <a:fld id="{3D7AAA33-8C0D-4152-8214-2FF31E378C46}" type="slidenum">
              <a:rPr lang="en-US" altLang="en-US"/>
              <a:pPr/>
              <a:t>‹#›</a:t>
            </a:fld>
            <a:endParaRPr lang="en-US" altLang="en-US"/>
          </a:p>
        </p:txBody>
      </p:sp>
    </p:spTree>
    <p:extLst>
      <p:ext uri="{BB962C8B-B14F-4D97-AF65-F5344CB8AC3E}">
        <p14:creationId xmlns:p14="http://schemas.microsoft.com/office/powerpoint/2010/main" val="25672893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93738" y="2760663"/>
            <a:ext cx="4265612" cy="40624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103813" y="2760663"/>
            <a:ext cx="4284662" cy="406241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idx="10"/>
          </p:nvPr>
        </p:nvSpPr>
        <p:spPr/>
        <p:txBody>
          <a:bodyPr/>
          <a:lstStyle>
            <a:lvl1pPr>
              <a:defRPr/>
            </a:lvl1pPr>
          </a:lstStyle>
          <a:p>
            <a:endParaRPr lang="en-US" altLang="en-US"/>
          </a:p>
        </p:txBody>
      </p:sp>
      <p:sp>
        <p:nvSpPr>
          <p:cNvPr id="8" name="Footer Placeholder 7"/>
          <p:cNvSpPr>
            <a:spLocks noGrp="1"/>
          </p:cNvSpPr>
          <p:nvPr>
            <p:ph type="ftr" idx="11"/>
          </p:nvPr>
        </p:nvSpPr>
        <p:spPr/>
        <p:txBody>
          <a:bodyPr/>
          <a:lstStyle>
            <a:lvl1pPr>
              <a:defRPr/>
            </a:lvl1pPr>
          </a:lstStyle>
          <a:p>
            <a:endParaRPr lang="en-US" altLang="en-US"/>
          </a:p>
        </p:txBody>
      </p:sp>
      <p:sp>
        <p:nvSpPr>
          <p:cNvPr id="9" name="Slide Number Placeholder 8"/>
          <p:cNvSpPr>
            <a:spLocks noGrp="1"/>
          </p:cNvSpPr>
          <p:nvPr>
            <p:ph type="sldNum" idx="12"/>
          </p:nvPr>
        </p:nvSpPr>
        <p:spPr/>
        <p:txBody>
          <a:bodyPr/>
          <a:lstStyle>
            <a:lvl1pPr>
              <a:defRPr/>
            </a:lvl1pPr>
          </a:lstStyle>
          <a:p>
            <a:fld id="{B8EAD9A6-C72D-44EE-B4FA-DCE62E9DBEB7}" type="slidenum">
              <a:rPr lang="en-US" altLang="en-US"/>
              <a:pPr/>
              <a:t>‹#›</a:t>
            </a:fld>
            <a:endParaRPr lang="en-US" altLang="en-US"/>
          </a:p>
        </p:txBody>
      </p:sp>
    </p:spTree>
    <p:extLst>
      <p:ext uri="{BB962C8B-B14F-4D97-AF65-F5344CB8AC3E}">
        <p14:creationId xmlns:p14="http://schemas.microsoft.com/office/powerpoint/2010/main" val="29069231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idx="10"/>
          </p:nvPr>
        </p:nvSpPr>
        <p:spPr/>
        <p:txBody>
          <a:bodyPr/>
          <a:lstStyle>
            <a:lvl1pPr>
              <a:defRPr/>
            </a:lvl1pPr>
          </a:lstStyle>
          <a:p>
            <a:endParaRPr lang="en-US" altLang="en-US"/>
          </a:p>
        </p:txBody>
      </p:sp>
      <p:sp>
        <p:nvSpPr>
          <p:cNvPr id="4" name="Footer Placeholder 3"/>
          <p:cNvSpPr>
            <a:spLocks noGrp="1"/>
          </p:cNvSpPr>
          <p:nvPr>
            <p:ph type="ftr" idx="11"/>
          </p:nvPr>
        </p:nvSpPr>
        <p:spPr/>
        <p:txBody>
          <a:bodyPr/>
          <a:lstStyle>
            <a:lvl1pPr>
              <a:defRPr/>
            </a:lvl1pPr>
          </a:lstStyle>
          <a:p>
            <a:endParaRPr lang="en-US" altLang="en-US"/>
          </a:p>
        </p:txBody>
      </p:sp>
      <p:sp>
        <p:nvSpPr>
          <p:cNvPr id="5" name="Slide Number Placeholder 4"/>
          <p:cNvSpPr>
            <a:spLocks noGrp="1"/>
          </p:cNvSpPr>
          <p:nvPr>
            <p:ph type="sldNum" idx="12"/>
          </p:nvPr>
        </p:nvSpPr>
        <p:spPr/>
        <p:txBody>
          <a:bodyPr/>
          <a:lstStyle>
            <a:lvl1pPr>
              <a:defRPr/>
            </a:lvl1pPr>
          </a:lstStyle>
          <a:p>
            <a:fld id="{77EBFC8C-1A80-4016-A4B2-EF0E06E15821}" type="slidenum">
              <a:rPr lang="en-US" altLang="en-US"/>
              <a:pPr/>
              <a:t>‹#›</a:t>
            </a:fld>
            <a:endParaRPr lang="en-US" altLang="en-US"/>
          </a:p>
        </p:txBody>
      </p:sp>
    </p:spTree>
    <p:extLst>
      <p:ext uri="{BB962C8B-B14F-4D97-AF65-F5344CB8AC3E}">
        <p14:creationId xmlns:p14="http://schemas.microsoft.com/office/powerpoint/2010/main" val="33729810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lvl1pPr>
              <a:defRPr/>
            </a:lvl1pPr>
          </a:lstStyle>
          <a:p>
            <a:endParaRPr lang="en-US" altLang="en-US"/>
          </a:p>
        </p:txBody>
      </p:sp>
      <p:sp>
        <p:nvSpPr>
          <p:cNvPr id="3" name="Footer Placeholder 2"/>
          <p:cNvSpPr>
            <a:spLocks noGrp="1"/>
          </p:cNvSpPr>
          <p:nvPr>
            <p:ph type="ftr" idx="11"/>
          </p:nvPr>
        </p:nvSpPr>
        <p:spPr/>
        <p:txBody>
          <a:bodyPr/>
          <a:lstStyle>
            <a:lvl1pPr>
              <a:defRPr/>
            </a:lvl1pPr>
          </a:lstStyle>
          <a:p>
            <a:endParaRPr lang="en-US" altLang="en-US"/>
          </a:p>
        </p:txBody>
      </p:sp>
      <p:sp>
        <p:nvSpPr>
          <p:cNvPr id="4" name="Slide Number Placeholder 3"/>
          <p:cNvSpPr>
            <a:spLocks noGrp="1"/>
          </p:cNvSpPr>
          <p:nvPr>
            <p:ph type="sldNum" idx="12"/>
          </p:nvPr>
        </p:nvSpPr>
        <p:spPr/>
        <p:txBody>
          <a:bodyPr/>
          <a:lstStyle>
            <a:lvl1pPr>
              <a:defRPr/>
            </a:lvl1pPr>
          </a:lstStyle>
          <a:p>
            <a:fld id="{51955FF3-4EAE-464F-A32D-3BBC14CAF76C}" type="slidenum">
              <a:rPr lang="en-US" altLang="en-US"/>
              <a:pPr/>
              <a:t>‹#›</a:t>
            </a:fld>
            <a:endParaRPr lang="en-US" altLang="en-US"/>
          </a:p>
        </p:txBody>
      </p:sp>
    </p:spTree>
    <p:extLst>
      <p:ext uri="{BB962C8B-B14F-4D97-AF65-F5344CB8AC3E}">
        <p14:creationId xmlns:p14="http://schemas.microsoft.com/office/powerpoint/2010/main" val="16779618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idx="10"/>
          </p:nvPr>
        </p:nvSpPr>
        <p:spPr/>
        <p:txBody>
          <a:bodyPr/>
          <a:lstStyle>
            <a:lvl1pPr>
              <a:defRPr/>
            </a:lvl1pPr>
          </a:lstStyle>
          <a:p>
            <a:endParaRPr lang="en-US" altLang="en-US"/>
          </a:p>
        </p:txBody>
      </p:sp>
      <p:sp>
        <p:nvSpPr>
          <p:cNvPr id="6" name="Footer Placeholder 5"/>
          <p:cNvSpPr>
            <a:spLocks noGrp="1"/>
          </p:cNvSpPr>
          <p:nvPr>
            <p:ph type="ftr" idx="11"/>
          </p:nvPr>
        </p:nvSpPr>
        <p:spPr/>
        <p:txBody>
          <a:bodyPr/>
          <a:lstStyle>
            <a:lvl1pPr>
              <a:defRPr/>
            </a:lvl1pPr>
          </a:lstStyle>
          <a:p>
            <a:endParaRPr lang="en-US" altLang="en-US"/>
          </a:p>
        </p:txBody>
      </p:sp>
      <p:sp>
        <p:nvSpPr>
          <p:cNvPr id="7" name="Slide Number Placeholder 6"/>
          <p:cNvSpPr>
            <a:spLocks noGrp="1"/>
          </p:cNvSpPr>
          <p:nvPr>
            <p:ph type="sldNum" idx="12"/>
          </p:nvPr>
        </p:nvSpPr>
        <p:spPr/>
        <p:txBody>
          <a:bodyPr/>
          <a:lstStyle>
            <a:lvl1pPr>
              <a:defRPr/>
            </a:lvl1pPr>
          </a:lstStyle>
          <a:p>
            <a:fld id="{89AB7B7A-D37E-42F8-816E-EA6C65EF34A9}" type="slidenum">
              <a:rPr lang="en-US" altLang="en-US"/>
              <a:pPr/>
              <a:t>‹#›</a:t>
            </a:fld>
            <a:endParaRPr lang="en-US" altLang="en-US"/>
          </a:p>
        </p:txBody>
      </p:sp>
    </p:spTree>
    <p:extLst>
      <p:ext uri="{BB962C8B-B14F-4D97-AF65-F5344CB8AC3E}">
        <p14:creationId xmlns:p14="http://schemas.microsoft.com/office/powerpoint/2010/main" val="9632792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idx="10"/>
          </p:nvPr>
        </p:nvSpPr>
        <p:spPr/>
        <p:txBody>
          <a:bodyPr/>
          <a:lstStyle>
            <a:lvl1pPr>
              <a:defRPr/>
            </a:lvl1pPr>
          </a:lstStyle>
          <a:p>
            <a:endParaRPr lang="en-US" altLang="en-US"/>
          </a:p>
        </p:txBody>
      </p:sp>
      <p:sp>
        <p:nvSpPr>
          <p:cNvPr id="6" name="Footer Placeholder 5"/>
          <p:cNvSpPr>
            <a:spLocks noGrp="1"/>
          </p:cNvSpPr>
          <p:nvPr>
            <p:ph type="ftr" idx="11"/>
          </p:nvPr>
        </p:nvSpPr>
        <p:spPr/>
        <p:txBody>
          <a:bodyPr/>
          <a:lstStyle>
            <a:lvl1pPr>
              <a:defRPr/>
            </a:lvl1pPr>
          </a:lstStyle>
          <a:p>
            <a:endParaRPr lang="en-US" altLang="en-US"/>
          </a:p>
        </p:txBody>
      </p:sp>
      <p:sp>
        <p:nvSpPr>
          <p:cNvPr id="7" name="Slide Number Placeholder 6"/>
          <p:cNvSpPr>
            <a:spLocks noGrp="1"/>
          </p:cNvSpPr>
          <p:nvPr>
            <p:ph type="sldNum" idx="12"/>
          </p:nvPr>
        </p:nvSpPr>
        <p:spPr/>
        <p:txBody>
          <a:bodyPr/>
          <a:lstStyle>
            <a:lvl1pPr>
              <a:defRPr/>
            </a:lvl1pPr>
          </a:lstStyle>
          <a:p>
            <a:fld id="{218B1362-9F17-46EA-B0CA-82598F74CA05}" type="slidenum">
              <a:rPr lang="en-US" altLang="en-US"/>
              <a:pPr/>
              <a:t>‹#›</a:t>
            </a:fld>
            <a:endParaRPr lang="en-US" altLang="en-US"/>
          </a:p>
        </p:txBody>
      </p:sp>
    </p:spTree>
    <p:extLst>
      <p:ext uri="{BB962C8B-B14F-4D97-AF65-F5344CB8AC3E}">
        <p14:creationId xmlns:p14="http://schemas.microsoft.com/office/powerpoint/2010/main" val="22337559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EF295968-F704-4C37-9A5D-A54BB5420BCD}" type="slidenum">
              <a:rPr lang="en-US" altLang="en-US"/>
              <a:pPr/>
              <a:t>‹#›</a:t>
            </a:fld>
            <a:endParaRPr lang="en-US" altLang="en-US"/>
          </a:p>
        </p:txBody>
      </p:sp>
    </p:spTree>
    <p:extLst>
      <p:ext uri="{BB962C8B-B14F-4D97-AF65-F5344CB8AC3E}">
        <p14:creationId xmlns:p14="http://schemas.microsoft.com/office/powerpoint/2010/main" val="3433853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7263" y="576263"/>
            <a:ext cx="2266950" cy="56070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3238" y="576263"/>
            <a:ext cx="6651625" cy="56070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idx="10"/>
          </p:nvPr>
        </p:nvSpPr>
        <p:spPr/>
        <p:txBody>
          <a:bodyPr/>
          <a:lstStyle>
            <a:lvl1pPr>
              <a:defRPr/>
            </a:lvl1pPr>
          </a:lstStyle>
          <a:p>
            <a:endParaRPr lang="en-US" altLang="en-US"/>
          </a:p>
        </p:txBody>
      </p:sp>
      <p:sp>
        <p:nvSpPr>
          <p:cNvPr id="5" name="Footer Placeholder 4"/>
          <p:cNvSpPr>
            <a:spLocks noGrp="1"/>
          </p:cNvSpPr>
          <p:nvPr>
            <p:ph type="ftr" idx="11"/>
          </p:nvPr>
        </p:nvSpPr>
        <p:spPr/>
        <p:txBody>
          <a:bodyPr/>
          <a:lstStyle>
            <a:lvl1pPr>
              <a:defRPr/>
            </a:lvl1pPr>
          </a:lstStyle>
          <a:p>
            <a:endParaRPr lang="en-US" altLang="en-US"/>
          </a:p>
        </p:txBody>
      </p:sp>
      <p:sp>
        <p:nvSpPr>
          <p:cNvPr id="6" name="Slide Number Placeholder 5"/>
          <p:cNvSpPr>
            <a:spLocks noGrp="1"/>
          </p:cNvSpPr>
          <p:nvPr>
            <p:ph type="sldNum" idx="12"/>
          </p:nvPr>
        </p:nvSpPr>
        <p:spPr/>
        <p:txBody>
          <a:bodyPr/>
          <a:lstStyle>
            <a:lvl1pPr>
              <a:defRPr/>
            </a:lvl1pPr>
          </a:lstStyle>
          <a:p>
            <a:fld id="{D1B343BC-5C6F-47E3-AFF7-FEAF845D34CE}" type="slidenum">
              <a:rPr lang="en-US" altLang="en-US"/>
              <a:pPr/>
              <a:t>‹#›</a:t>
            </a:fld>
            <a:endParaRPr lang="en-US" altLang="en-US"/>
          </a:p>
        </p:txBody>
      </p:sp>
    </p:spTree>
    <p:extLst>
      <p:ext uri="{BB962C8B-B14F-4D97-AF65-F5344CB8AC3E}">
        <p14:creationId xmlns:p14="http://schemas.microsoft.com/office/powerpoint/2010/main" val="3822313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3238" y="576263"/>
            <a:ext cx="7197725" cy="719137"/>
          </a:xfrm>
        </p:spPr>
        <p:txBody>
          <a:bodyPr/>
          <a:lstStyle/>
          <a:p>
            <a:r>
              <a:rPr lang="en-US" smtClean="0"/>
              <a:t>Click to edit Master title style</a:t>
            </a:r>
            <a:endParaRPr lang="en-US"/>
          </a:p>
        </p:txBody>
      </p:sp>
      <p:sp>
        <p:nvSpPr>
          <p:cNvPr id="3" name="Date Placeholder 2"/>
          <p:cNvSpPr>
            <a:spLocks noGrp="1"/>
          </p:cNvSpPr>
          <p:nvPr>
            <p:ph type="dt" idx="10"/>
          </p:nvPr>
        </p:nvSpPr>
        <p:spPr>
          <a:xfrm>
            <a:off x="503238" y="6886575"/>
            <a:ext cx="2346325" cy="519113"/>
          </a:xfrm>
        </p:spPr>
        <p:txBody>
          <a:bodyPr/>
          <a:lstStyle>
            <a:lvl1pPr>
              <a:defRPr/>
            </a:lvl1pPr>
          </a:lstStyle>
          <a:p>
            <a:endParaRPr lang="en-US" altLang="en-US"/>
          </a:p>
        </p:txBody>
      </p:sp>
      <p:sp>
        <p:nvSpPr>
          <p:cNvPr id="4" name="Footer Placeholder 3"/>
          <p:cNvSpPr>
            <a:spLocks noGrp="1"/>
          </p:cNvSpPr>
          <p:nvPr>
            <p:ph type="ftr" idx="11"/>
          </p:nvPr>
        </p:nvSpPr>
        <p:spPr>
          <a:xfrm>
            <a:off x="3448050" y="6886575"/>
            <a:ext cx="3194050" cy="519113"/>
          </a:xfrm>
        </p:spPr>
        <p:txBody>
          <a:bodyPr/>
          <a:lstStyle>
            <a:lvl1pPr>
              <a:defRPr/>
            </a:lvl1pPr>
          </a:lstStyle>
          <a:p>
            <a:endParaRPr lang="en-US" altLang="en-US"/>
          </a:p>
        </p:txBody>
      </p:sp>
      <p:sp>
        <p:nvSpPr>
          <p:cNvPr id="5" name="Slide Number Placeholder 4"/>
          <p:cNvSpPr>
            <a:spLocks noGrp="1"/>
          </p:cNvSpPr>
          <p:nvPr>
            <p:ph type="sldNum" idx="12"/>
          </p:nvPr>
        </p:nvSpPr>
        <p:spPr>
          <a:xfrm>
            <a:off x="7226300" y="6886575"/>
            <a:ext cx="2346325" cy="519113"/>
          </a:xfrm>
        </p:spPr>
        <p:txBody>
          <a:bodyPr/>
          <a:lstStyle>
            <a:lvl1pPr>
              <a:defRPr/>
            </a:lvl1pPr>
          </a:lstStyle>
          <a:p>
            <a:fld id="{806EFF0B-B895-42E4-A11F-E7E491A1A457}" type="slidenum">
              <a:rPr lang="en-US" altLang="en-US"/>
              <a:pPr/>
              <a:t>‹#›</a:t>
            </a:fld>
            <a:endParaRPr lang="en-US" altLang="en-US"/>
          </a:p>
        </p:txBody>
      </p:sp>
    </p:spTree>
    <p:extLst>
      <p:ext uri="{BB962C8B-B14F-4D97-AF65-F5344CB8AC3E}">
        <p14:creationId xmlns:p14="http://schemas.microsoft.com/office/powerpoint/2010/main" val="3214334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503238" y="301625"/>
            <a:ext cx="9069387"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smtClean="0"/>
              <a:t>Click to edit the title text format</a:t>
            </a:r>
          </a:p>
        </p:txBody>
      </p:sp>
      <p:sp>
        <p:nvSpPr>
          <p:cNvPr id="1026" name="Rectangle 2"/>
          <p:cNvSpPr>
            <a:spLocks noGrp="1" noChangeArrowheads="1"/>
          </p:cNvSpPr>
          <p:nvPr>
            <p:ph type="body" idx="1"/>
          </p:nvPr>
        </p:nvSpPr>
        <p:spPr bwMode="auto">
          <a:xfrm>
            <a:off x="503238" y="1768475"/>
            <a:ext cx="9069387"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4192" rIns="0" bIns="0" numCol="1" anchor="t" anchorCtr="0" compatLnSpc="1">
            <a:prstTxWarp prst="textNoShape">
              <a:avLst/>
            </a:prstTxWarp>
          </a:bodyPr>
          <a:lstStyle/>
          <a:p>
            <a:pPr lvl="0"/>
            <a:r>
              <a:rPr lang="en-GB" altLang="en-US" smtClean="0"/>
              <a:t>Click to edit the outline text format</a:t>
            </a:r>
          </a:p>
          <a:p>
            <a:pPr lvl="1"/>
            <a:r>
              <a:rPr lang="en-GB" altLang="en-US" smtClean="0"/>
              <a:t>Second Outline Level</a:t>
            </a:r>
          </a:p>
          <a:p>
            <a:pPr lvl="2"/>
            <a:r>
              <a:rPr lang="en-GB" altLang="en-US" smtClean="0"/>
              <a:t>Third Outline Level</a:t>
            </a:r>
          </a:p>
          <a:p>
            <a:pPr lvl="3"/>
            <a:r>
              <a:rPr lang="en-GB" altLang="en-US" smtClean="0"/>
              <a:t>Fourth Outline Level</a:t>
            </a:r>
          </a:p>
          <a:p>
            <a:pPr lvl="4"/>
            <a:r>
              <a:rPr lang="en-GB" altLang="en-US" smtClean="0"/>
              <a:t>Fifth Outline Level</a:t>
            </a:r>
          </a:p>
          <a:p>
            <a:pPr lvl="4"/>
            <a:r>
              <a:rPr lang="en-GB" altLang="en-US" smtClean="0"/>
              <a:t>Sixth Outline Level</a:t>
            </a:r>
          </a:p>
          <a:p>
            <a:pPr lvl="4"/>
            <a:r>
              <a:rPr lang="en-GB" altLang="en-US" smtClean="0"/>
              <a:t>Seventh Outline Level</a:t>
            </a:r>
          </a:p>
        </p:txBody>
      </p:sp>
      <p:sp>
        <p:nvSpPr>
          <p:cNvPr id="1027" name="Rectangle 3"/>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8" name="Rectangle 4"/>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9" name="Rectangle 5"/>
          <p:cNvSpPr>
            <a:spLocks noGrp="1" noChangeArrowheads="1"/>
          </p:cNvSpPr>
          <p:nvPr>
            <p:ph type="sldNum"/>
          </p:nvPr>
        </p:nvSpPr>
        <p:spPr bwMode="auto">
          <a:xfrm>
            <a:off x="722788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30404630-069F-4E8B-8D24-CFBF8A43823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2pPr>
      <a:lvl3pPr marL="1143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3pPr>
      <a:lvl4pPr marL="1600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4pPr>
      <a:lvl5pPr marL="20574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5pPr>
      <a:lvl6pPr marL="25146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6pPr>
      <a:lvl7pPr marL="29718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7pPr>
      <a:lvl8pPr marL="3429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8pPr>
      <a:lvl9pPr marL="3886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49" name="Picture 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0079038" cy="75596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0" name="Rectangle 2"/>
          <p:cNvSpPr>
            <a:spLocks noGrp="1" noChangeArrowheads="1"/>
          </p:cNvSpPr>
          <p:nvPr>
            <p:ph type="title"/>
          </p:nvPr>
        </p:nvSpPr>
        <p:spPr bwMode="auto">
          <a:xfrm>
            <a:off x="503238" y="576263"/>
            <a:ext cx="7197725"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smtClean="0"/>
              <a:t>Click to edit the title text format</a:t>
            </a:r>
          </a:p>
        </p:txBody>
      </p:sp>
      <p:sp>
        <p:nvSpPr>
          <p:cNvPr id="2051" name="Rectangle 3"/>
          <p:cNvSpPr>
            <a:spLocks noGrp="1" noChangeArrowheads="1"/>
          </p:cNvSpPr>
          <p:nvPr>
            <p:ph type="body" idx="1"/>
          </p:nvPr>
        </p:nvSpPr>
        <p:spPr bwMode="auto">
          <a:xfrm>
            <a:off x="503238" y="1800225"/>
            <a:ext cx="9070975"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656" rIns="0" bIns="0" numCol="1" anchor="t" anchorCtr="0" compatLnSpc="1">
            <a:prstTxWarp prst="textNoShape">
              <a:avLst/>
            </a:prstTxWarp>
          </a:bodyPr>
          <a:lstStyle/>
          <a:p>
            <a:pPr lvl="0"/>
            <a:r>
              <a:rPr lang="en-GB" altLang="en-US" smtClean="0"/>
              <a:t>Click to edit the outline text format</a:t>
            </a:r>
          </a:p>
          <a:p>
            <a:pPr lvl="1"/>
            <a:r>
              <a:rPr lang="en-GB" altLang="en-US" smtClean="0"/>
              <a:t>Second Outline Level</a:t>
            </a:r>
          </a:p>
          <a:p>
            <a:pPr lvl="2"/>
            <a:r>
              <a:rPr lang="en-GB" altLang="en-US" smtClean="0"/>
              <a:t>Third Outline Level</a:t>
            </a:r>
          </a:p>
          <a:p>
            <a:pPr lvl="3"/>
            <a:r>
              <a:rPr lang="en-GB" altLang="en-US" smtClean="0"/>
              <a:t>Fourth Outline Level</a:t>
            </a:r>
          </a:p>
          <a:p>
            <a:pPr lvl="4"/>
            <a:r>
              <a:rPr lang="en-GB" altLang="en-US" smtClean="0"/>
              <a:t>Fifth Outline Level</a:t>
            </a:r>
          </a:p>
          <a:p>
            <a:pPr lvl="4"/>
            <a:r>
              <a:rPr lang="en-GB" altLang="en-US" smtClean="0"/>
              <a:t>Sixth Outline Level</a:t>
            </a:r>
          </a:p>
          <a:p>
            <a:pPr lvl="4"/>
            <a:r>
              <a:rPr lang="en-GB" altLang="en-US" smtClean="0"/>
              <a:t>Seventh Outline Level</a:t>
            </a:r>
          </a:p>
        </p:txBody>
      </p:sp>
      <p:sp>
        <p:nvSpPr>
          <p:cNvPr id="2052" name="Rectangle 4"/>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3" name="Rectangle 5"/>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4" name="Rectangle 6"/>
          <p:cNvSpPr>
            <a:spLocks noGrp="1" noChangeArrowheads="1"/>
          </p:cNvSpPr>
          <p:nvPr>
            <p:ph type="sldNum"/>
          </p:nvPr>
        </p:nvSpPr>
        <p:spPr bwMode="auto">
          <a:xfrm>
            <a:off x="7226300"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2FE3C2F9-E358-4DFD-B4D1-EDEFA150031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kern="1200">
          <a:solidFill>
            <a:srgbClr val="000000"/>
          </a:solidFill>
          <a:latin typeface="+mj-lt"/>
          <a:ea typeface="+mj-ea"/>
          <a:cs typeface="+mj-cs"/>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5pPr>
      <a:lvl6pPr marL="25146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6pPr>
      <a:lvl7pPr marL="29718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7pPr>
      <a:lvl8pPr marL="3429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8pPr>
      <a:lvl9pPr marL="3886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26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6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6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6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Lorem ipsum</a:t>
            </a:r>
          </a:p>
        </p:txBody>
      </p:sp>
      <p:sp>
        <p:nvSpPr>
          <p:cNvPr id="4098" name="Rectangle 2"/>
          <p:cNvSpPr>
            <a:spLocks noGrp="1" noChangeArrowheads="1"/>
          </p:cNvSpPr>
          <p:nvPr>
            <p:ph type="subTitle" idx="4294967295"/>
          </p:nvPr>
        </p:nvSpPr>
        <p:spPr bwMode="auto">
          <a:xfrm>
            <a:off x="503238" y="1800225"/>
            <a:ext cx="9072562" cy="4384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1340" rIns="0" bIns="0" anchor="ctr"/>
          <a:lstStyle/>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p:txBody>
      </p:sp>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409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409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40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Chart</a:t>
            </a:r>
          </a:p>
        </p:txBody>
      </p:sp>
      <p:graphicFrame>
        <p:nvGraphicFramePr>
          <p:cNvPr id="5122" name="Object 2"/>
          <p:cNvGraphicFramePr>
            <a:graphicFrameLocks noChangeAspect="1"/>
          </p:cNvGraphicFramePr>
          <p:nvPr/>
        </p:nvGraphicFramePr>
        <p:xfrm>
          <a:off x="1693863" y="2487613"/>
          <a:ext cx="6865937" cy="3598862"/>
        </p:xfrm>
        <a:graphic>
          <a:graphicData uri="http://schemas.openxmlformats.org/presentationml/2006/ole">
            <mc:AlternateContent xmlns:mc="http://schemas.openxmlformats.org/markup-compatibility/2006">
              <mc:Choice xmlns:v="urn:schemas-microsoft-com:vml" Requires="v">
                <p:oleObj spid="_x0000_s5124" r:id="rId4" imgW="6866280" imgH="3598920" progId="">
                  <p:embed/>
                </p:oleObj>
              </mc:Choice>
              <mc:Fallback>
                <p:oleObj r:id="rId4" imgW="6866280" imgH="359892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3863" y="2487613"/>
                        <a:ext cx="6865937" cy="3598862"/>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51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Table</a:t>
            </a:r>
          </a:p>
        </p:txBody>
      </p:sp>
      <p:graphicFrame>
        <p:nvGraphicFramePr>
          <p:cNvPr id="6146" name="Group 2"/>
          <p:cNvGraphicFramePr>
            <a:graphicFrameLocks noGrp="1"/>
          </p:cNvGraphicFramePr>
          <p:nvPr/>
        </p:nvGraphicFramePr>
        <p:xfrm>
          <a:off x="503238" y="1800225"/>
          <a:ext cx="9074150" cy="3398838"/>
        </p:xfrm>
        <a:graphic>
          <a:graphicData uri="http://schemas.openxmlformats.org/drawingml/2006/table">
            <a:tbl>
              <a:tblPr/>
              <a:tblGrid>
                <a:gridCol w="1814512">
                  <a:extLst>
                    <a:ext uri="{9D8B030D-6E8A-4147-A177-3AD203B41FA5}">
                      <a16:colId xmlns:a16="http://schemas.microsoft.com/office/drawing/2014/main" val="3085256943"/>
                    </a:ext>
                  </a:extLst>
                </a:gridCol>
                <a:gridCol w="1814513">
                  <a:extLst>
                    <a:ext uri="{9D8B030D-6E8A-4147-A177-3AD203B41FA5}">
                      <a16:colId xmlns:a16="http://schemas.microsoft.com/office/drawing/2014/main" val="2684072880"/>
                    </a:ext>
                  </a:extLst>
                </a:gridCol>
                <a:gridCol w="1816100">
                  <a:extLst>
                    <a:ext uri="{9D8B030D-6E8A-4147-A177-3AD203B41FA5}">
                      <a16:colId xmlns:a16="http://schemas.microsoft.com/office/drawing/2014/main" val="731181980"/>
                    </a:ext>
                  </a:extLst>
                </a:gridCol>
                <a:gridCol w="1814512">
                  <a:extLst>
                    <a:ext uri="{9D8B030D-6E8A-4147-A177-3AD203B41FA5}">
                      <a16:colId xmlns:a16="http://schemas.microsoft.com/office/drawing/2014/main" val="913848937"/>
                    </a:ext>
                  </a:extLst>
                </a:gridCol>
                <a:gridCol w="1814513">
                  <a:extLst>
                    <a:ext uri="{9D8B030D-6E8A-4147-A177-3AD203B41FA5}">
                      <a16:colId xmlns:a16="http://schemas.microsoft.com/office/drawing/2014/main" val="3341166308"/>
                    </a:ext>
                  </a:extLst>
                </a:gridCol>
              </a:tblGrid>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rPr>
                        <a:t>Column 1</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smtClean="0">
                          <a:ln>
                            <a:noFill/>
                          </a:ln>
                          <a:solidFill>
                            <a:srgbClr val="000000"/>
                          </a:solidFill>
                          <a:effectLst/>
                          <a:latin typeface="Arial" panose="020B0604020202020204" pitchFamily="34" charset="0"/>
                          <a:cs typeface="DejaVu Sans" charset="0"/>
                        </a:rPr>
                        <a:t>Column 2</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smtClean="0">
                          <a:ln>
                            <a:noFill/>
                          </a:ln>
                          <a:solidFill>
                            <a:srgbClr val="000000"/>
                          </a:solidFill>
                          <a:effectLst/>
                          <a:latin typeface="Arial" panose="020B0604020202020204" pitchFamily="34" charset="0"/>
                          <a:cs typeface="DejaVu Sans" charset="0"/>
                        </a:rPr>
                        <a:t>Column 3</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smtClean="0">
                          <a:ln>
                            <a:noFill/>
                          </a:ln>
                          <a:solidFill>
                            <a:srgbClr val="000000"/>
                          </a:solidFill>
                          <a:effectLst/>
                          <a:latin typeface="Arial" panose="020B0604020202020204" pitchFamily="34" charset="0"/>
                          <a:cs typeface="DejaVu Sans" charset="0"/>
                        </a:rPr>
                        <a:t>Column 4</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smtClean="0">
                          <a:ln>
                            <a:noFill/>
                          </a:ln>
                          <a:solidFill>
                            <a:srgbClr val="000000"/>
                          </a:solidFill>
                          <a:effectLst/>
                          <a:latin typeface="Arial" panose="020B0604020202020204" pitchFamily="34" charset="0"/>
                          <a:cs typeface="DejaVu Sans" charset="0"/>
                        </a:rPr>
                        <a:t>Column 5</a:t>
                      </a:r>
                    </a:p>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2400" b="0" i="0" u="none" strike="noStrike" cap="none" normalizeH="0" baseline="0" smtClean="0">
                        <a:ln>
                          <a:noFill/>
                        </a:ln>
                        <a:solidFill>
                          <a:srgbClr val="000000"/>
                        </a:solidFill>
                        <a:effectLst/>
                        <a:latin typeface="Times New Roman" panose="02020603050405020304" pitchFamily="18" charset="0"/>
                        <a:cs typeface="DejaVu Sans"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4004084247"/>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4155233541"/>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594284320"/>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2852263808"/>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63093393"/>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423410108"/>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028014546"/>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257591494"/>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713571706"/>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smtClean="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12905470"/>
                  </a:ext>
                </a:extLst>
              </a:tr>
            </a:tbl>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614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Droid Sans Fallback"/>
      </a:majorFont>
      <a:minorFont>
        <a:latin typeface="Arial"/>
        <a:ea typeface=""/>
        <a:cs typeface="Droid Sans Fallback"/>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WenQuanYi Zen Hei"/>
      </a:majorFont>
      <a:minorFont>
        <a:latin typeface="Arial"/>
        <a:ea typeface=""/>
        <a:cs typeface="WenQuanYi Zen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231</Words>
  <Application>Microsoft Office PowerPoint</Application>
  <PresentationFormat>Custom</PresentationFormat>
  <Paragraphs>14</Paragraphs>
  <Slides>3</Slides>
  <Notes>3</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0</vt:i4>
      </vt:variant>
      <vt:variant>
        <vt:lpstr>Slide Titles</vt:lpstr>
      </vt:variant>
      <vt:variant>
        <vt:i4>3</vt:i4>
      </vt:variant>
    </vt:vector>
  </HeadingPairs>
  <TitlesOfParts>
    <vt:vector size="10" baseType="lpstr">
      <vt:lpstr>Times New Roman</vt:lpstr>
      <vt:lpstr>Arial</vt:lpstr>
      <vt:lpstr>Droid Sans Fallback</vt:lpstr>
      <vt:lpstr>WenQuanYi Zen Hei</vt:lpstr>
      <vt:lpstr>DejaVu Sans</vt:lpstr>
      <vt:lpstr>Office Theme</vt:lpstr>
      <vt:lpstr>Office Theme</vt:lpstr>
      <vt:lpstr>Lorem ipsum</vt:lpstr>
      <vt:lpstr>Chart</vt:lpstr>
      <vt:lpstr>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subject/>
  <dc:creator/>
  <cp:keywords/>
  <dc:description/>
  <cp:lastModifiedBy>word</cp:lastModifiedBy>
  <cp:revision>1</cp:revision>
  <cp:lastPrinted>1601-01-01T00:00:00Z</cp:lastPrinted>
  <dcterms:created xsi:type="dcterms:W3CDTF">2017-08-10T19:58:16Z</dcterms:created>
  <dcterms:modified xsi:type="dcterms:W3CDTF">2022-09-15T07:13:42Z</dcterms:modified>
</cp:coreProperties>
</file>